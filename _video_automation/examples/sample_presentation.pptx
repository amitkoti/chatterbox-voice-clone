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Welcome to this demonstration of our automated video creation system. I'm excited to show you how this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system has four main features. First is automatic voice narration using AI. Second is professional slide rendering. Third is smart audio and video synchronization. And fourth is support for screen recordings and B-roll footage.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is simple. First, you create a PowerPoint presentation with your content and speaker notes. Then, you run our video creator tool. And finally, you get a complete YouTube-ready video with voice narration.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now, you're watching this system in action. The video you're seeing was generated automatically from this PowerPoint presentation. Pretty cool,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watching this demonstration! You're now ready to create your own automated videos. Happy creating!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Welcome to Video Automation</a:t>
            </a:r>
          </a:p>
        </p:txBody>
      </p:sp>
      <p:sp>
        <p:nvSpPr>
          <p:cNvPr id="3" name="Subtitle 2"/>
          <p:cNvSpPr>
            <a:spLocks noGrp="1"/>
          </p:cNvSpPr>
          <p:nvPr>
            <p:ph type="subTitle" idx="1"/>
          </p:nvPr>
        </p:nvSpPr>
        <p:spPr/>
        <p:txBody>
          <a:bodyPr/>
          <a:lstStyle/>
          <a:p>
            <a:r>
              <a:t>Testing the Chatterbox Video Creator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a:t>
            </a:r>
          </a:p>
        </p:txBody>
      </p:sp>
      <p:sp>
        <p:nvSpPr>
          <p:cNvPr id="3" name="Content Placeholder 2"/>
          <p:cNvSpPr>
            <a:spLocks noGrp="1"/>
          </p:cNvSpPr>
          <p:nvPr>
            <p:ph idx="1"/>
          </p:nvPr>
        </p:nvSpPr>
        <p:spPr/>
        <p:txBody>
          <a:bodyPr/>
          <a:lstStyle/>
          <a:p>
            <a:r>
              <a:t>Automatic voice narration</a:t>
            </a:r>
          </a:p>
          <a:p>
            <a:pPr/>
            <a:r>
              <a:t>PowerPoint slide rendering</a:t>
            </a:r>
          </a:p>
          <a:p>
            <a:pPr/>
            <a:r>
              <a:t>Audio-video synchronization</a:t>
            </a:r>
          </a:p>
          <a:p>
            <a:pPr/>
            <a:r>
              <a:t>B-roll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Content Placeholder 2"/>
          <p:cNvSpPr>
            <a:spLocks noGrp="1"/>
          </p:cNvSpPr>
          <p:nvPr>
            <p:ph idx="1"/>
          </p:nvPr>
        </p:nvSpPr>
        <p:spPr/>
        <p:txBody>
          <a:bodyPr/>
          <a:lstStyle/>
          <a:p>
            <a:r>
              <a:t>Create PowerPoint with speaker notes</a:t>
            </a:r>
          </a:p>
          <a:p>
            <a:pPr/>
            <a:r>
              <a:t>Run the video creator</a:t>
            </a:r>
          </a:p>
          <a:p>
            <a:pPr/>
            <a:r>
              <a:t>Get YouTube-ready video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Demo</a:t>
            </a:r>
          </a:p>
        </p:txBody>
      </p:sp>
      <p:sp>
        <p:nvSpPr>
          <p:cNvPr id="3" name="Content Placeholder 2"/>
          <p:cNvSpPr>
            <a:spLocks noGrp="1"/>
          </p:cNvSpPr>
          <p:nvPr>
            <p:ph idx="1"/>
          </p:nvPr>
        </p:nvSpPr>
        <p:spPr/>
        <p:txBody>
          <a:bodyPr/>
          <a:lstStyle/>
          <a:p>
            <a:r>
              <a:t>This is a test demonstration</a:t>
            </a:r>
          </a:p>
          <a:p>
            <a:pPr/>
            <a:r>
              <a:t>Generating video automatically</a:t>
            </a:r>
          </a:p>
          <a:p>
            <a:pPr/>
            <a:r>
              <a:t>With AI voice narration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Ready to create amazing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